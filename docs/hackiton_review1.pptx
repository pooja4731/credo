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49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F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BharatChain  ·  Team TechKins  ·  HackITon'26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HackITon'26  ·  Review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CREDO</a:t>
            </a:r>
            <a:endParaRPr lang="en-US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digital credentials you can verify anywhere, and students truly own.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400" b="1" dirty="0" err="1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TechKins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005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2990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12080" y="3611880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DEBD3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1208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3739896"/>
            <a:ext cx="9144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3611880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DEBD3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498080" y="3739896"/>
            <a:ext cx="9144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3611880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DEBD3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8952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21208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store → anchor → verify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DD5D00E-994A-E9E7-0561-5BF438CB4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737" y="475384"/>
            <a:ext cx="3919994" cy="2386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are easy to fake and hard to trust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727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control of their own credentials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5727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67912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prove what they issued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1371600"/>
            <a:ext cx="26517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5727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56832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cheaply tell real from fake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57200" y="256032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77977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2651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PDFs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certificates can pass a quick look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663440" y="256032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779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03520" y="2651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file hashes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re-rendered copy fails a hash-of-bytes check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57200" y="342900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64845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97280" y="3520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issuers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an institution controls its identity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663440" y="342900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48456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303520" y="3520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revocation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issuing key keeps working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gate jobs and admissions, so trust has to be verifiable, not assumed.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USERS &amp; EXISTING 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for, and where today's approach falls short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335024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revokes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1430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1335024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90672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&amp; shares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133502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93792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authenticity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766560" y="11430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133502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96912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issuers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008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2606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PDF certificates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Hash-only verification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how a file looks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044952" y="3200400"/>
            <a:ext cx="27432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33756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52044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3520440" y="2606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Re-rendered genuine copy rejected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issuer undetected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revocation, replayable QR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Guessable IDs (~27-bit space)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925312" y="3200400"/>
            <a:ext cx="27432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17920" y="21031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0" y="2240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0" y="2606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signed data, not the file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Registry-backed issuer identity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Student-controlled sharing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PROPOSED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sz="2400" dirty="0"/>
              <a:t>CREDO</a:t>
            </a: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anchor it, sign it, let the student share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Forgeable, hard-to-verify credentials with no issuer trust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44952" y="1920240"/>
            <a:ext cx="27432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1874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hash anchored on Ethereum, PDF on IPFS, public verify by ID or QR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25312" y="1920240"/>
            <a:ext cx="274320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1887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1874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Tamper-evident, publicly verifiable, owned by the student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47472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07F1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61188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Ed25519-signed credentials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560320" y="347472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07F1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61188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69748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registry &amp; key revocation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347472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07F14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61188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80060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sharing, expiry, revoke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766560" y="3474720"/>
            <a:ext cx="1965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07F14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611880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03720" y="3959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signed pass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SYSTEM BLUEPRINT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issuance to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17320" cy="205740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447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F1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554480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Institution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Registers; admin approves it as issuer on-chain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92808" y="2194560"/>
            <a:ext cx="237744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48840" y="1280160"/>
            <a:ext cx="1417320" cy="205740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4447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F1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5544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028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Issue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40280" y="2423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PDF with QR → SHA-256 hash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84448" y="2194560"/>
            <a:ext cx="237744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0" y="1280160"/>
            <a:ext cx="1417320" cy="2057400"/>
          </a:xfrm>
          <a:prstGeom prst="roundRect">
            <a:avLst>
              <a:gd name="adj" fmla="val 7742"/>
            </a:avLst>
          </a:prstGeom>
          <a:solidFill>
            <a:srgbClr val="FDEBD3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0" y="14447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F1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55448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3192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Store &amp; anchor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2423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to IPFS · hash to Ethereum · record in MongoDB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276088" y="2194560"/>
            <a:ext cx="237744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32120" y="1280160"/>
            <a:ext cx="1417320" cy="205740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89320" y="14447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F14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155448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2356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Student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23560" y="2423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share selected fields, offline pass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967728" y="2194560"/>
            <a:ext cx="237744" cy="201168"/>
          </a:xfrm>
          <a:prstGeom prst="rightArrow">
            <a:avLst/>
          </a:prstGeom>
          <a:solidFill>
            <a:srgbClr val="E07F14"/>
          </a:solidFill>
          <a:ln w="12700">
            <a:solidFill>
              <a:srgbClr val="E07F1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23760" y="1280160"/>
            <a:ext cx="1417320" cy="205740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80960" y="14447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F1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54480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0" y="21031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Verifier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15200" y="2423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/ QR, hash, PDF upload, share link, pass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" y="3721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4008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0080" y="3977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2240280" y="3977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240280" y="3977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840480" y="39776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840480" y="3977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/ not found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5989320" y="37490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or owner can revoke on-chain, and revocation shows up at verification.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TECHNOLOGY &amp; COMPONENTS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stack, every piece already in the repo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 CSS · Framer Motion · Recharts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8620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 · PDFKit · QRCode · ExcelJS / csv-parse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2344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1732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14173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0" y="1874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contract · Hardhat · ethers v6 · Ethereum testnet (Sepolia / Amoy)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788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7180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2971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 · IPFS via Pinata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46120" y="2788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9718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86200" y="2971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42900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Ed25519 · bcrypt · Helmet · rate limiting · input sanitising · RBAC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35040" y="2788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971800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75120" y="2971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217920" y="34290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AWS · Hardhat contract tests · attack suite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 ·  No AI/ML in this build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CHALLENGES &amp; IMPACT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the gaps, clear on the payoff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976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is public on IPFS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Encrypt before upload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authenticity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Domain-proof registry; AISHE / UGC check next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signs all passes; one owner wallet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Per-institution keys; multisig owner before mainnet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Signed-credential core not yet on API routes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Wire into routes, models, contract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459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by ID or QR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control fields, expiry and revocation of shares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issuance and per-institution certificate branding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suite: Shield core caught 100/100 in each of 10 scenarios (logic-level); hash-only baseline scored 0/100 on 6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4069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Merkle batching, encrypted storage, custom fonts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WHY THIS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IN" sz="2400" dirty="0"/>
              <a:t>CREDO</a:t>
            </a:r>
            <a:r>
              <a:rPr lang="en-US" sz="24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71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3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Forgeable PDFs, fragile hash checks, unverified issuers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2700">
            <a:solidFill>
              <a:srgbClr val="FDEBD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1371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1764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on Ethereum, PDF on IPFS, public verify by ID or QR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60604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credentials, issuer registry, student-controlled sharing, offline pass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2423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0604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2606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846320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trust for students, institutions and employers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credential, not the paper.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674</Words>
  <Application>Microsoft Office PowerPoint</Application>
  <PresentationFormat>On-screen Show 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BharatChain - HackITon'26 Review 1</dc:title>
  <dc:subject>PptxGenJS Presentation</dc:subject>
  <dc:creator>Team TechKins</dc:creator>
  <cp:lastModifiedBy>S Ram 🧡</cp:lastModifiedBy>
  <cp:revision>4</cp:revision>
  <dcterms:created xsi:type="dcterms:W3CDTF">2026-10-08T06:44:16Z</dcterms:created>
  <dcterms:modified xsi:type="dcterms:W3CDTF">2026-10-08T08:10:24Z</dcterms:modified>
</cp:coreProperties>
</file>